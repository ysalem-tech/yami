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58.jpg"/><Relationship Id="rId6" Type="http://schemas.openxmlformats.org/officeDocument/2006/relationships/image" Target="../media/image59.jpg"/><Relationship Id="rId7" Type="http://schemas.openxmlformats.org/officeDocument/2006/relationships/image" Target="../media/image60.jpg"/><Relationship Id="rId8" Type="http://schemas.openxmlformats.org/officeDocument/2006/relationships/image" Target="../media/image61.jpg"/><Relationship Id="rId9" Type="http://schemas.openxmlformats.org/officeDocument/2006/relationships/image" Target="../media/image62.jpg"/><Relationship Id="rId10" Type="http://schemas.openxmlformats.org/officeDocument/2006/relationships/image" Target="../media/image63.jpg"/><Relationship Id="rId11" Type="http://schemas.openxmlformats.org/officeDocument/2006/relationships/image" Target="../media/image64.jpg"/><Relationship Id="rId12" Type="http://schemas.openxmlformats.org/officeDocument/2006/relationships/image" Target="../media/image6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83.jpg"/><Relationship Id="rId7" Type="http://schemas.openxmlformats.org/officeDocument/2006/relationships/image" Target="../media/image84.jpg"/><Relationship Id="rId8" Type="http://schemas.openxmlformats.org/officeDocument/2006/relationships/image" Target="../media/image85.jpg"/><Relationship Id="rId9" Type="http://schemas.openxmlformats.org/officeDocument/2006/relationships/image" Target="../media/image86.jpg"/><Relationship Id="rId10" Type="http://schemas.openxmlformats.org/officeDocument/2006/relationships/image" Target="../media/image8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9.jpg"/><Relationship Id="rId4" Type="http://schemas.openxmlformats.org/officeDocument/2006/relationships/image" Target="../media/image90.jpg"/><Relationship Id="rId5" Type="http://schemas.openxmlformats.org/officeDocument/2006/relationships/image" Target="../media/image91.jpg"/><Relationship Id="rId6" Type="http://schemas.openxmlformats.org/officeDocument/2006/relationships/image" Target="../media/image92.jpg"/><Relationship Id="rId7" Type="http://schemas.openxmlformats.org/officeDocument/2006/relationships/image" Target="../media/image93.jpg"/><Relationship Id="rId8" Type="http://schemas.openxmlformats.org/officeDocument/2006/relationships/image" Target="../media/image9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5.jpg"/><Relationship Id="rId4" Type="http://schemas.openxmlformats.org/officeDocument/2006/relationships/image" Target="../media/image96.jpg"/><Relationship Id="rId5" Type="http://schemas.openxmlformats.org/officeDocument/2006/relationships/image" Target="../media/image9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8.jpg"/><Relationship Id="rId4" Type="http://schemas.openxmlformats.org/officeDocument/2006/relationships/image" Target="../media/image99.jpg"/><Relationship Id="rId5" Type="http://schemas.openxmlformats.org/officeDocument/2006/relationships/image" Target="../media/image100.jpg"/><Relationship Id="rId6" Type="http://schemas.openxmlformats.org/officeDocument/2006/relationships/image" Target="../media/image10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2.jpg"/><Relationship Id="rId4" Type="http://schemas.openxmlformats.org/officeDocument/2006/relationships/image" Target="../media/image103.jpg"/><Relationship Id="rId5" Type="http://schemas.openxmlformats.org/officeDocument/2006/relationships/image" Target="../media/image104.jpg"/><Relationship Id="rId6" Type="http://schemas.openxmlformats.org/officeDocument/2006/relationships/image" Target="../media/image10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7.jpg"/><Relationship Id="rId4" Type="http://schemas.openxmlformats.org/officeDocument/2006/relationships/image" Target="../media/image108.jpg"/><Relationship Id="rId5" Type="http://schemas.openxmlformats.org/officeDocument/2006/relationships/image" Target="../media/image109.jpg"/><Relationship Id="rId6" Type="http://schemas.openxmlformats.org/officeDocument/2006/relationships/image" Target="../media/image110.jpg"/><Relationship Id="rId7" Type="http://schemas.openxmlformats.org/officeDocument/2006/relationships/image" Target="../media/image111.jpg"/><Relationship Id="rId8" Type="http://schemas.openxmlformats.org/officeDocument/2006/relationships/image" Target="../media/image11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3.jpg"/><Relationship Id="rId4" Type="http://schemas.openxmlformats.org/officeDocument/2006/relationships/image" Target="../media/image112.jpg"/><Relationship Id="rId5" Type="http://schemas.openxmlformats.org/officeDocument/2006/relationships/image" Target="../media/image114.jpg"/><Relationship Id="rId6" Type="http://schemas.openxmlformats.org/officeDocument/2006/relationships/image" Target="../media/image115.jpg"/><Relationship Id="rId7" Type="http://schemas.openxmlformats.org/officeDocument/2006/relationships/image" Target="../media/image116.jpg"/><Relationship Id="rId8" Type="http://schemas.openxmlformats.org/officeDocument/2006/relationships/image" Target="../media/image117.jpg"/><Relationship Id="rId9" Type="http://schemas.openxmlformats.org/officeDocument/2006/relationships/image" Target="../media/image118.jpg"/><Relationship Id="rId10" Type="http://schemas.openxmlformats.org/officeDocument/2006/relationships/image" Target="../media/image11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0.jpg"/><Relationship Id="rId4" Type="http://schemas.openxmlformats.org/officeDocument/2006/relationships/image" Target="../media/image121.jpg"/><Relationship Id="rId5" Type="http://schemas.openxmlformats.org/officeDocument/2006/relationships/image" Target="../media/image122.jpg"/><Relationship Id="rId6" Type="http://schemas.openxmlformats.org/officeDocument/2006/relationships/image" Target="../media/image123.jpg"/><Relationship Id="rId7" Type="http://schemas.openxmlformats.org/officeDocument/2006/relationships/image" Target="../media/image124.jpg"/><Relationship Id="rId8" Type="http://schemas.openxmlformats.org/officeDocument/2006/relationships/image" Target="../media/image12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7.jpg"/><Relationship Id="rId4" Type="http://schemas.openxmlformats.org/officeDocument/2006/relationships/image" Target="../media/image128.jpg"/><Relationship Id="rId5" Type="http://schemas.openxmlformats.org/officeDocument/2006/relationships/image" Target="../media/image129.jpg"/><Relationship Id="rId6" Type="http://schemas.openxmlformats.org/officeDocument/2006/relationships/image" Target="../media/image13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jpg"/><Relationship Id="rId6" Type="http://schemas.openxmlformats.org/officeDocument/2006/relationships/image" Target="../media/image134.jpg"/><Relationship Id="rId7" Type="http://schemas.openxmlformats.org/officeDocument/2006/relationships/image" Target="../media/image1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6.jpg"/><Relationship Id="rId4" Type="http://schemas.openxmlformats.org/officeDocument/2006/relationships/image" Target="../media/image137.jpg"/><Relationship Id="rId5" Type="http://schemas.openxmlformats.org/officeDocument/2006/relationships/image" Target="../media/image138.jpg"/><Relationship Id="rId6" Type="http://schemas.openxmlformats.org/officeDocument/2006/relationships/image" Target="../media/image139.jpg"/><Relationship Id="rId7" Type="http://schemas.openxmlformats.org/officeDocument/2006/relationships/image" Target="../media/image14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1.jpg"/><Relationship Id="rId4" Type="http://schemas.openxmlformats.org/officeDocument/2006/relationships/image" Target="../media/image142.jpg"/><Relationship Id="rId5" Type="http://schemas.openxmlformats.org/officeDocument/2006/relationships/image" Target="../media/image143.jpg"/><Relationship Id="rId6" Type="http://schemas.openxmlformats.org/officeDocument/2006/relationships/image" Target="../media/image144.jpg"/><Relationship Id="rId7" Type="http://schemas.openxmlformats.org/officeDocument/2006/relationships/image" Target="../media/image14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7.jpg"/><Relationship Id="rId4" Type="http://schemas.openxmlformats.org/officeDocument/2006/relationships/image" Target="../media/image148.jpg"/><Relationship Id="rId5" Type="http://schemas.openxmlformats.org/officeDocument/2006/relationships/image" Target="../media/image149.jpg"/><Relationship Id="rId6" Type="http://schemas.openxmlformats.org/officeDocument/2006/relationships/image" Target="../media/image150.jpg"/><Relationship Id="rId7" Type="http://schemas.openxmlformats.org/officeDocument/2006/relationships/image" Target="../media/image15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2.jpg"/><Relationship Id="rId4" Type="http://schemas.openxmlformats.org/officeDocument/2006/relationships/image" Target="../media/image153.jpg"/><Relationship Id="rId5" Type="http://schemas.openxmlformats.org/officeDocument/2006/relationships/image" Target="../media/image154.jpg"/><Relationship Id="rId6" Type="http://schemas.openxmlformats.org/officeDocument/2006/relationships/image" Target="../media/image155.jpg"/><Relationship Id="rId7" Type="http://schemas.openxmlformats.org/officeDocument/2006/relationships/image" Target="../media/image156.jpg"/><Relationship Id="rId8" Type="http://schemas.openxmlformats.org/officeDocument/2006/relationships/image" Target="../media/image15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8.jpg"/><Relationship Id="rId4" Type="http://schemas.openxmlformats.org/officeDocument/2006/relationships/image" Target="../media/image159.jpg"/><Relationship Id="rId5" Type="http://schemas.openxmlformats.org/officeDocument/2006/relationships/image" Target="../media/image160.jpg"/><Relationship Id="rId6" Type="http://schemas.openxmlformats.org/officeDocument/2006/relationships/image" Target="../media/image16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2.jpg"/><Relationship Id="rId4" Type="http://schemas.openxmlformats.org/officeDocument/2006/relationships/image" Target="../media/image163.jpg"/><Relationship Id="rId5" Type="http://schemas.openxmlformats.org/officeDocument/2006/relationships/image" Target="../media/image164.jpg"/><Relationship Id="rId6" Type="http://schemas.openxmlformats.org/officeDocument/2006/relationships/image" Target="../media/image16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7.jpg"/><Relationship Id="rId4" Type="http://schemas.openxmlformats.org/officeDocument/2006/relationships/image" Target="../media/image168.jpg"/><Relationship Id="rId5" Type="http://schemas.openxmlformats.org/officeDocument/2006/relationships/image" Target="../media/image169.jpg"/><Relationship Id="rId6" Type="http://schemas.openxmlformats.org/officeDocument/2006/relationships/image" Target="../media/image170.jpg"/><Relationship Id="rId7" Type="http://schemas.openxmlformats.org/officeDocument/2006/relationships/image" Target="../media/image171.jpg"/><Relationship Id="rId8" Type="http://schemas.openxmlformats.org/officeDocument/2006/relationships/image" Target="../media/image172.jpg"/><Relationship Id="rId9" Type="http://schemas.openxmlformats.org/officeDocument/2006/relationships/image" Target="../media/image173.jpg"/><Relationship Id="rId10" Type="http://schemas.openxmlformats.org/officeDocument/2006/relationships/image" Target="../media/image17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5.jpg"/><Relationship Id="rId4" Type="http://schemas.openxmlformats.org/officeDocument/2006/relationships/image" Target="../media/image176.jpg"/><Relationship Id="rId5" Type="http://schemas.openxmlformats.org/officeDocument/2006/relationships/image" Target="../media/image17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4680000"/>
            <a:ext cx="6480000" cy="648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80000" y="-1080000"/>
            <a:ext cx="3600000" cy="360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2880000" cy="10121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512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CATÁLOGO DE PRODUCTOS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FA0"/>
                </a:solidFill>
              </a:rPr>
              <a:t>MAYORISTA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40000"/>
            <a:ext cx="6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22222"/>
                </a:solidFill>
              </a:rPr>
              <a:t>Cocinar es
un acto de
amor.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968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La mejor selección de vasos, copas, platos y utensilios.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58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FA0"/>
                </a:solidFill>
              </a:rPr>
              <a:t>NADIR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558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FA0"/>
                </a:solidFill>
              </a:rPr>
              <a:t>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558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FA0"/>
                </a:solidFill>
              </a:rPr>
              <a:t>MARINEX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558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FA0"/>
                </a:solidFill>
              </a:rPr>
              <a:t>DURALEX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558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2FA0"/>
                </a:solidFill>
              </a:rPr>
              <a:t>AMERICANO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MIXOLOGÍA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La mejor selección para cada trago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Cócteles &amp; 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Cóctel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704806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Cóctel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724806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para 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NADIR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794806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Cocktail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380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7928/12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Martini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7228/12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Mini Martini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100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744801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600" y="3402000"/>
            <a:ext cx="1857600" cy="1008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Cóctel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ILHABELA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180 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7323/12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7200" y="3402000"/>
            <a:ext cx="18576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Cognac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NADIR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330 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7528/12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0800" y="3402000"/>
            <a:ext cx="1857600" cy="1008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Margarita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335 ml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7628/12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104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644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4400" y="3402000"/>
            <a:ext cx="1857600" cy="1008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644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Licor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644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ALAMBIC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644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90 ml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44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644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2304/12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Shots &amp; Licores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Licor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DONNA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65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734801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Shot Tequilero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NADIR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714801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NADIR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3033/12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Soda Bar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150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2148/12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 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231102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Shot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45 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231002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CERVEZA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Vasos, copas y jarras para cada estilo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Vasos Cerveza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Long Drink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2710/12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Pinta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FOLK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568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725101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FREVO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320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7020/12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Degustación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FREVO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712002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STOUT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473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705101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STOUT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285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715101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600" y="3402000"/>
            <a:ext cx="1857600" cy="1008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JOINVILLE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680 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7941/12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7200" y="3402000"/>
            <a:ext cx="18576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JOINVILLE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7741/12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MUNICH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530 ml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7909/12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104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644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644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644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MUNICH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644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644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644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7709/12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Copas Cerveza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DENVER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550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707001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BELGA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7651/12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DUBLIN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795101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BRUNELLO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773101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330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7728/12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FLORIPA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773201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Jarras (Chopps)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 Cerveza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TABERNA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590201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 Cerveza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TABERNA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5901/12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 Cerveza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OKTOBER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355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590301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5911/12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COPAS &amp; VINOS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Fiore · Brunello · Prestige · Windsor · Gallant · Florida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Fiore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707401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Degustación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515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797406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Champagne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195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787401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Martini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215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747406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Sobremesa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285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7E7401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310 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777401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Brunello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Brunello Champagne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BRUNELLO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225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783101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Brunello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BRUNELLO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390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713101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Brunello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BRUNELLO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773101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Brunello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BRUNELLO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490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703101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Prestige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Prestige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PRESTIGE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797306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Prestige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PRESTIGE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500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707306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Prestige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PRESTIGE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787301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Prestige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PRESTIGE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220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737301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Barone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Barone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BARONE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795606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Barone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BARONE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490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7056/12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Barone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BARONE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385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7156/12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Champagne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BARONE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7856/12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Windsor &amp; Gallant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Champagne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210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7828/12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7028/12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Vino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WINDSOR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7128/12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Champagne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GALLANT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180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7008/12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GALLANT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320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7808/12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Vino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GALLANT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250 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7708/12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Florida &amp; Decanter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Helado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7204/12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Cerveza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7702/12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7002/12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Postre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220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7202/12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Decanter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MALBEC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950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781901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Decanter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MALBEC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500 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761901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VASOS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Bristol · Amassadinho · Capri · Cylinder · Ópera y más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Bristol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de Agua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410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2711/12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320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2511/12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Jugo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2111/12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2611/12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Refresco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520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2911/12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Refresco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470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10911/12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600" y="3402000"/>
            <a:ext cx="1857600" cy="1008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10011/12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7200" y="3402000"/>
            <a:ext cx="18576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MARINE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1004301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0800" y="3402000"/>
            <a:ext cx="1857600" cy="1008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Postre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MARINE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1044301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104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644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4400" y="3402000"/>
            <a:ext cx="1857600" cy="1008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644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644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BRISTOL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644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750 ml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44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644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540206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Amassadinho · Capri · Madrid · Topázio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Refresco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AMASSADINHO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290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7817/12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Refresco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AMASSADINHO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310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7617/12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de Agua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AMASSADINHO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240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7017/12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AMASSADINHO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250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7517/12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CAPRI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410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7618/12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CAPRI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340 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7518/12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MADRID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395 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2O53001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Rocks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MADRID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2N53001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TOPÁZIO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360 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765801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104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644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644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44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ESTELA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644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460 ml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644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644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7661/12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Veneto · Cylinder · Ópera · Sevilha · Dubai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VENETO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7K7602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VENETO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767602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Tubo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CYLINDER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320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7800/12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Long Drink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CYLINDER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7600/12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de Agua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CYLINDER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200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7005/12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CYLINDER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320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7505/12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ÓPERA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360 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7637/12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ÓPERA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7537/12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ILHABELA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7623/12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104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644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644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644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ILHABELA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44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644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644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7923/12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Dubai · Poema · Vegas · Oca · Vitrage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Multiuso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DUBAI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776402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DUBAI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480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7664/12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DUBAI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706401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POEMA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777202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Jugo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LIGHT'S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260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7004/12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VEGAS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290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2552/12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Long Drink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OCA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7629/12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Rocks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OCA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330 ml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7529/12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Long Drink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VITRAGE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2641/12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POSTRE &amp; HELADOS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Milk Shake · Copas de helado · Sobremesa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Postre &amp; Helados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Milk Shake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TROPICAL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360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10712/12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Helado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TROPICAL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10412/12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Milk Shake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CLUBE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360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792402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475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7S7401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Ice Cream / Helado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400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7202/12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Sobremesa Postre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FLORIDA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7204/12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600" y="3402000"/>
            <a:ext cx="1857600" cy="1008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Sobremesa Postre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LIGHT'S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310 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7304/12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7200" y="3402000"/>
            <a:ext cx="18576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Multiuso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POLI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170 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440102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AMERICANO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El clásico que acompaña cada momento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Vasos Americano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Refresco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450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2710/12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345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2910/12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261001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Multiuso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315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2010/12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Double Old Fashioned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315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241001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251002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Jarras Americano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1200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541006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750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 Decanter Vintage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1200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881006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Cuencos con Tapa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 c/Tapa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150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421011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 c/Tapa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411011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 c/Tapa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401011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 c/Tapa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46100611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Cuencos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150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421002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350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41001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4010/12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Cuenco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461006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LÍNEA 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Calidad y practicidad para uso doméstico y eventos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Copas 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Royal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ROYAL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615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8090201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Casual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CASUAL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260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4000202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Casual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CASUAL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180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4010202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Champagne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BUFFET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186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7080202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Agua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BUFFET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7000202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Copa de Vino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BUFFET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260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7010202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Vasos 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FIRENZE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360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4160202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FIRENZE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275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4150202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LAGER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300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5070202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Cerveza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LAGER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200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5070206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ARUBA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465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3060201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ARUBA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345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3050201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600" y="3402000"/>
            <a:ext cx="1857600" cy="1008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Whisky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BROOKLYN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310 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2550202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7200" y="3402000"/>
            <a:ext cx="18576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Vaso Trago Largo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BROOKLYN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330 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2560202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Jarras 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ZUMBA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1,2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54460206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 Ladrillo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1,2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541206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TANGO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1,5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544706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SM TANGO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750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541706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TROPICANA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1,75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542306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Jarra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MARACATU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1,5 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5418/12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PLATOS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Plaza · Menú · Pétala · Gourmet · Blanc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Plaza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 Grande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27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564601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PLAZA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24 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554601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PLAZA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584602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PLAZA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19,5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534602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Menú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MENÚ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31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564301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MENÚ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25,5 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554301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MENÚ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23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574302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MENÚ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584302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MENÚ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 cm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534302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Pétala · Gourmet · Blanc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PÉTALA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25,5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574402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PÉTALA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23,5 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584402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PÉTALA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534402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GOURMET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25,8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554801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GOURMET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 cm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584801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GOURMET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19,5 cm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534801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BLANC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27 cm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554501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BLANC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 cm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584502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BLANC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 cm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534502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Juegos de Vajilla · Ensaladeras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Juego 16 piezas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MENÚ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 servicios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164302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Juego 24 piezas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PÉTALA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 servicios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186402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Ensaladera Pequeña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390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424502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Ensaladera Mediana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840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414501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Ensaladera Grande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AMERICANO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2,3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404596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MARINEX – HORNO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Asaderas · Moldes · Bowls · Para hornear y almacenar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0" y="360000"/>
            <a:ext cx="3852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Asaderas Clásica Rectangulares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Pequeña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1,6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653201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Mediana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2,2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653401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2,9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653601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Honda Med.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3,7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653703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Honda Grande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653803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Facilita – Con Tapa Roja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Grande c/Tapa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2,9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653611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Honda c/Tapa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3,7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653711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Lasagna c/Tapa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653811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Asaderas Ovales y Redondas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1,6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634301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Pequeña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2,4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634501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Mediana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3,2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666201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Grande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4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666401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Redonda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2,4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649501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Cuadrada Pequeña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CLÁSICA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1,1 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622101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Línea Seletta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Pequeña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SELETTA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2,1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633903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Mediana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SELETTA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2,7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653503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SELETTA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3,5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653903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Cuadrada Med.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SELETTA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2,5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621903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Cuadrada Grande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SELETTA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3,8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622403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Redonda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SELETTA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2,4 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649603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Moldes Fileteados &amp; Soufflé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Molde Fileteado Chico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FILETEADO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600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622701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Molde Fileteado Mediano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FILETEADO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1,3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622801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Molde Fileteado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FILETEADO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1,6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622901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Molde Soufflé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SOUFFLÉ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700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638401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Molde Soufflé Mediano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SOUFFLÉ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1,4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638601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Molde Soufflé Grande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SOUFFLÉ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2,4 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638801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Cacerolas · Bowls · Facilita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Cacerola Pequeña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MARINEX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645502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Cacerola Mediana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MARINEX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2,3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645602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Cacerola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MARINEX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2,7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645702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 Plus c/Tapa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500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400030311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 Plus c/Tapa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1,4 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400030611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 Plus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1,5 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4000306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 Plus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PLUS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 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4000308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 Bella Pequeño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BELLA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 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4000315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368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908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08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Bowl Bella Grande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08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BELLA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08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3,1 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08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08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4000318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Opaline &amp; Facilita Vap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Pequeña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OPALINE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0,6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635917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Mediana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OPALINE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655917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Oval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OPALINE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1,4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675917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800" y="1314000"/>
            <a:ext cx="1857600" cy="100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Redonda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OPALINE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685917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400" y="1314000"/>
            <a:ext cx="1857600" cy="100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Recip. Profundo c/Tapa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 VAP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500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400072311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000" y="3402000"/>
            <a:ext cx="1857600" cy="100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Fuente Rect. c/Tapa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 VAP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750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400072611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9599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436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600" y="3402000"/>
            <a:ext cx="1857600" cy="1008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436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Recip. Profundo c/Tapa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36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 VAP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36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 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436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436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400072511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32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172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7200" y="3402000"/>
            <a:ext cx="18576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4172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Recip. Profundo c/Tapa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FACILITA VAP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72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 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72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72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400072711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20000" y="5040000"/>
            <a:ext cx="5040000" cy="504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0000" y="-720000"/>
            <a:ext cx="2880000" cy="2880000"/>
          </a:xfrm>
          <a:prstGeom prst="ellipse">
            <a:avLst/>
          </a:prstGeom>
          <a:solidFill>
            <a:srgbClr val="F5A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2160000" cy="7591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0000" y="1620000"/>
            <a:ext cx="504000" cy="504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02000"/>
            <a:ext cx="5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51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B2FA0"/>
                </a:solidFill>
              </a:rPr>
              <a:t>DURALEX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25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Vidrio templado · Apto microondas, freezer y lavavajillas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A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5760000"/>
            <a:ext cx="3600000" cy="3600000"/>
          </a:xfrm>
          <a:prstGeom prst="ellipse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44000"/>
            <a:ext cx="1440000" cy="5060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684000"/>
            <a:ext cx="90000" cy="432000"/>
          </a:xfrm>
          <a:prstGeom prst="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6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</a:rPr>
              <a:t>Primavera &amp; Diamante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00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314000"/>
            <a:ext cx="1857600" cy="10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0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PRIMAVERA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22,5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583102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599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6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0" y="1314000"/>
            <a:ext cx="1857600" cy="10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36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6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PRIMAVERA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36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 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36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36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533102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32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2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00" y="1314000"/>
            <a:ext cx="1857600" cy="100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72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2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PRIMAVERA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72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23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72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2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573102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68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08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08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Hondo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08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DIAMANTE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8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22,5 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08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08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5838/12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10400" y="1260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64400" y="1314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4400" y="2358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Postre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4400" y="2502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DIAMANTE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400" y="2682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19 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4400" y="2818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4400" y="3060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5338/12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000" y="3348000"/>
            <a:ext cx="19656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0000" y="3402000"/>
            <a:ext cx="1857600" cy="1008000"/>
          </a:xfrm>
          <a:prstGeom prst="rect">
            <a:avLst/>
          </a:prstGeom>
          <a:solidFill>
            <a:srgbClr val="F3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" y="4446000"/>
            <a:ext cx="1857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</a:rPr>
              <a:t>Plato Playo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4590000"/>
            <a:ext cx="18576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</a:rPr>
              <a:t>DIAMANTE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000" y="4770000"/>
            <a:ext cx="1857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</a:rPr>
              <a:t>23 cm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4906800"/>
            <a:ext cx="18576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2FA0"/>
                </a:solidFill>
              </a:rPr>
              <a:t>$ ─ ─ 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000" y="5148000"/>
            <a:ext cx="1857600" cy="1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88"/>
                </a:solidFill>
              </a:rPr>
              <a:t>5738/12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